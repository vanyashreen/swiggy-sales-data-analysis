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6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8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1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9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1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8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4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2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4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7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139AF-ACDF-40FA-A0ED-0C4BE93B5BB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D3B15-A3BE-47B2-902B-ECF1ED0A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2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wiggy Data Analysis in Excel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4935" y="1910281"/>
            <a:ext cx="72518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cs typeface="Arial" panose="020B0604020202020204" pitchFamily="34" charset="0"/>
              </a:rPr>
              <a:t>SALES ANALYSIS</a:t>
            </a:r>
            <a:endParaRPr lang="en-US" sz="6600" dirty="0">
              <a:cs typeface="Arial" panose="020B0604020202020204" pitchFamily="34" charset="0"/>
            </a:endParaRPr>
          </a:p>
        </p:txBody>
      </p:sp>
      <p:pic>
        <p:nvPicPr>
          <p:cNvPr id="5" name="Picture 6" descr="Swiggy Logo and symbol, meaning, history,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1774" y="0"/>
            <a:ext cx="2070226" cy="114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66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337"/>
            <a:ext cx="10515600" cy="1394233"/>
          </a:xfrm>
        </p:spPr>
        <p:txBody>
          <a:bodyPr anchor="b">
            <a:normAutofit/>
          </a:bodyPr>
          <a:lstStyle/>
          <a:p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OBJECTIVE: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0571"/>
            <a:ext cx="10515600" cy="4997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primary objective of this project is to design and develop an </a:t>
            </a:r>
            <a:r>
              <a:rPr lang="en-US" sz="2400" b="1" dirty="0"/>
              <a:t>interactive sales dashboard in Microsoft Excel</a:t>
            </a:r>
            <a:r>
              <a:rPr lang="en-US" sz="2400" dirty="0"/>
              <a:t> using </a:t>
            </a:r>
            <a:r>
              <a:rPr lang="en-US" sz="2400" dirty="0" err="1"/>
              <a:t>Swiggy’s</a:t>
            </a:r>
            <a:r>
              <a:rPr lang="en-US" sz="2400" dirty="0"/>
              <a:t> order </a:t>
            </a:r>
            <a:r>
              <a:rPr lang="en-US" sz="2400" dirty="0" smtClean="0"/>
              <a:t>dataset.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The dashboard aims to provide clear insights into:</a:t>
            </a:r>
            <a:endParaRPr lang="en-US" sz="2400" b="0" dirty="0" smtClean="0">
              <a:effectLst/>
            </a:endParaRPr>
          </a:p>
          <a:p>
            <a:pPr fontAlgn="base"/>
            <a:r>
              <a:rPr lang="en-US" sz="2400" b="1" dirty="0"/>
              <a:t>Sales </a:t>
            </a:r>
            <a:r>
              <a:rPr lang="en-US" sz="2400" b="1" dirty="0" smtClean="0"/>
              <a:t>performance</a:t>
            </a:r>
            <a:endParaRPr lang="en-US" sz="2400" dirty="0"/>
          </a:p>
          <a:p>
            <a:pPr fontAlgn="base"/>
            <a:r>
              <a:rPr lang="en-US" sz="2400" b="1" dirty="0"/>
              <a:t>Restaurant </a:t>
            </a:r>
            <a:r>
              <a:rPr lang="en-US" sz="2400" b="1" dirty="0" smtClean="0"/>
              <a:t>contribution</a:t>
            </a:r>
            <a:endParaRPr lang="en-US" sz="2400" dirty="0"/>
          </a:p>
          <a:p>
            <a:pPr fontAlgn="base"/>
            <a:r>
              <a:rPr lang="en-US" sz="2400" b="1" dirty="0"/>
              <a:t>Cuisine </a:t>
            </a:r>
            <a:r>
              <a:rPr lang="en-US" sz="2400" b="1" dirty="0" smtClean="0"/>
              <a:t>popularity</a:t>
            </a:r>
            <a:endParaRPr lang="en-US" sz="2400" dirty="0"/>
          </a:p>
          <a:p>
            <a:pPr fontAlgn="base"/>
            <a:r>
              <a:rPr lang="en-US" sz="2400" b="1" dirty="0"/>
              <a:t>Customer location </a:t>
            </a:r>
            <a:r>
              <a:rPr lang="en-US" sz="2400" b="1" dirty="0" smtClean="0"/>
              <a:t>preferences</a:t>
            </a:r>
            <a:endParaRPr lang="en-US" sz="2400" dirty="0"/>
          </a:p>
          <a:p>
            <a:pPr fontAlgn="base"/>
            <a:r>
              <a:rPr lang="en-US" sz="2400" b="1" dirty="0"/>
              <a:t>Payment method </a:t>
            </a:r>
            <a:r>
              <a:rPr lang="en-US" sz="2400" b="1" dirty="0" smtClean="0"/>
              <a:t>trends</a:t>
            </a:r>
            <a:endParaRPr lang="en-US" sz="2400" dirty="0"/>
          </a:p>
          <a:p>
            <a:pPr fontAlgn="base"/>
            <a:r>
              <a:rPr lang="en-US" sz="2400" b="1" dirty="0"/>
              <a:t>Order delivery </a:t>
            </a:r>
            <a:r>
              <a:rPr lang="en-US" sz="2400" b="1" dirty="0" smtClean="0"/>
              <a:t>efficiency</a:t>
            </a:r>
            <a:endParaRPr lang="en-US" sz="2200" dirty="0"/>
          </a:p>
          <a:p>
            <a:pPr marL="0" indent="0">
              <a:buNone/>
            </a:pPr>
            <a:r>
              <a:rPr lang="en-US" sz="2400" dirty="0"/>
              <a:t>This will help management </a:t>
            </a:r>
            <a:r>
              <a:rPr lang="en-US" sz="2400" b="1" dirty="0"/>
              <a:t>monitor performance, identify growth areas, and support data-driven decision making</a:t>
            </a:r>
            <a:r>
              <a:rPr lang="en-US" dirty="0"/>
              <a:t>.</a:t>
            </a:r>
          </a:p>
        </p:txBody>
      </p:sp>
      <p:pic>
        <p:nvPicPr>
          <p:cNvPr id="3074" name="Picture 2" descr="Free Analytics Dashboard Display Photo - Laptop, Analytics, Graphs |  Download at StockCa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444436"/>
            <a:ext cx="4027603" cy="291521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46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94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SALES OVERVIEW: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6371"/>
            <a:ext cx="10515600" cy="4311949"/>
          </a:xfrm>
        </p:spPr>
        <p:txBody>
          <a:bodyPr/>
          <a:lstStyle/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dirty="0" smtClean="0"/>
              <a:t>The sales dashboard reflects a total revenue of </a:t>
            </a:r>
            <a:r>
              <a:rPr lang="en-US" b="1" dirty="0" smtClean="0"/>
              <a:t>₹141,181</a:t>
            </a:r>
            <a:r>
              <a:rPr lang="en-US" dirty="0" smtClean="0"/>
              <a:t> generated from </a:t>
            </a:r>
            <a:r>
              <a:rPr lang="en-US" b="1" dirty="0" smtClean="0"/>
              <a:t>200 orders</a:t>
            </a:r>
            <a:r>
              <a:rPr lang="en-US" dirty="0" smtClean="0"/>
              <a:t>, with an </a:t>
            </a:r>
            <a:r>
              <a:rPr lang="en-US" b="1" dirty="0" smtClean="0"/>
              <a:t>average order value of ₹856</a:t>
            </a:r>
            <a:r>
              <a:rPr lang="en-US" dirty="0" smtClean="0"/>
              <a:t>. The sales trend shows steady customer activity with regular fluctuations over time, indicating consistent demand. Most orders were successfully delivered, with </a:t>
            </a:r>
            <a:r>
              <a:rPr lang="en-US" b="1" dirty="0" smtClean="0"/>
              <a:t>112 deliveries</a:t>
            </a:r>
            <a:r>
              <a:rPr lang="en-US" dirty="0" smtClean="0"/>
              <a:t> compared to </a:t>
            </a:r>
            <a:r>
              <a:rPr lang="en-US" b="1" dirty="0" smtClean="0"/>
              <a:t>88 cancellations</a:t>
            </a:r>
            <a:r>
              <a:rPr lang="en-US" dirty="0" smtClean="0"/>
              <a:t>, showing stable operational performance overall. The data highlights healthy sales levels and strong engagement across different locations </a:t>
            </a:r>
          </a:p>
          <a:p>
            <a:pPr marL="0" indent="0" algn="ctr">
              <a:buNone/>
            </a:pPr>
            <a:r>
              <a:rPr lang="en-US" dirty="0" smtClean="0"/>
              <a:t>and payment methods.</a:t>
            </a:r>
            <a:endParaRPr lang="en-US" dirty="0"/>
          </a:p>
        </p:txBody>
      </p:sp>
      <p:pic>
        <p:nvPicPr>
          <p:cNvPr id="4102" name="Picture 6" descr="Sales - Free business and finance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031" y="4556541"/>
            <a:ext cx="2647795" cy="186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48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TOP PERFORMING RESTAURANTS: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319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The sales data shows that fast-food brands dominate overall performance, with </a:t>
            </a:r>
            <a:r>
              <a:rPr lang="en-US" b="1" dirty="0" smtClean="0"/>
              <a:t>McDonald's leading in total revenue</a:t>
            </a:r>
            <a:r>
              <a:rPr lang="en-US" dirty="0" smtClean="0"/>
              <a:t>, followed by other strong contributors such as </a:t>
            </a:r>
            <a:r>
              <a:rPr lang="en-US" b="1" dirty="0" smtClean="0"/>
              <a:t>KFC, Burger King, Subway, and Pizza Hut</a:t>
            </a:r>
            <a:r>
              <a:rPr lang="en-US" dirty="0" smtClean="0"/>
              <a:t>. </a:t>
            </a:r>
          </a:p>
          <a:p>
            <a:pPr marL="0" indent="0" algn="ctr">
              <a:buNone/>
            </a:pPr>
            <a:r>
              <a:rPr lang="en-US" dirty="0" smtClean="0"/>
              <a:t>These restaurants consistently generate high order volumes due to their widespread popularity and quick-service menus. The trend reflects strong customer preference for fast-food and café-style cuisines, which remain the primary drivers of sales across the platform. Their steady contribution highlights both strong brand loyalty and frequent repeat purchases</a:t>
            </a:r>
            <a:endParaRPr lang="en-US" dirty="0"/>
          </a:p>
        </p:txBody>
      </p:sp>
      <p:pic>
        <p:nvPicPr>
          <p:cNvPr id="5124" name="Picture 4" descr="Red Arrow PNG Images, Download 1200+ Red Arrow PNG Resources with  Transparent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908301" y="3046179"/>
            <a:ext cx="4672216" cy="373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55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307" y="709157"/>
            <a:ext cx="10515600" cy="1325563"/>
          </a:xfrm>
        </p:spPr>
        <p:txBody>
          <a:bodyPr anchor="b">
            <a:noAutofit/>
          </a:bodyPr>
          <a:lstStyle/>
          <a:p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Arial" panose="020B0604020202020204" pitchFamily="34" charset="0"/>
              </a:rPr>
              <a:t>LOCATION BASED SALES INSIGHTS: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772" y="2205870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Sales data shows strong customer activity in </a:t>
            </a:r>
            <a:r>
              <a:rPr lang="en-US" b="1" dirty="0" smtClean="0"/>
              <a:t>Pune, Mumbai, and Hyderabad</a:t>
            </a:r>
            <a:r>
              <a:rPr lang="en-US" dirty="0" smtClean="0"/>
              <a:t>, which record the highest order volumes and reflect strong demand in these regions. Other major cities such as </a:t>
            </a:r>
            <a:r>
              <a:rPr lang="en-US" b="1" dirty="0" smtClean="0"/>
              <a:t>Delhi, Chennai, Bengaluru, and Ahmedabad</a:t>
            </a:r>
            <a:r>
              <a:rPr lang="en-US" dirty="0" smtClean="0"/>
              <a:t> also show steady contributions, indicating that sales are well-distributed across multiple urban locations. </a:t>
            </a:r>
          </a:p>
          <a:p>
            <a:pPr marL="0" indent="0" algn="ctr">
              <a:buNone/>
            </a:pPr>
            <a:r>
              <a:rPr lang="en-US" dirty="0" smtClean="0"/>
              <a:t>This spread highlights a broad customer reach and </a:t>
            </a:r>
          </a:p>
          <a:p>
            <a:pPr marL="0" indent="0" algn="ctr">
              <a:buNone/>
            </a:pPr>
            <a:r>
              <a:rPr lang="en-US" dirty="0" smtClean="0"/>
              <a:t>consistent engagement across key markets.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529" y="4099833"/>
            <a:ext cx="2628526" cy="262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3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273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OBJECTIVE:</vt:lpstr>
      <vt:lpstr>SALES OVERVIEW:</vt:lpstr>
      <vt:lpstr>TOP PERFORMING RESTAURANTS:</vt:lpstr>
      <vt:lpstr>LOCATION BASED SALES INSIGHTS: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sales analysis</dc:title>
  <dc:creator>Microsoft account</dc:creator>
  <cp:lastModifiedBy>Microsoft account</cp:lastModifiedBy>
  <cp:revision>7</cp:revision>
  <dcterms:created xsi:type="dcterms:W3CDTF">2025-12-02T14:34:34Z</dcterms:created>
  <dcterms:modified xsi:type="dcterms:W3CDTF">2025-12-02T15:36:08Z</dcterms:modified>
</cp:coreProperties>
</file>